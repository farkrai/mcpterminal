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64592" y="0"/>
            <a:ext cx="12188952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0" y="-1097280"/>
            <a:ext cx="3657600" cy="3657600"/>
          </a:xfrm>
          <a:prstGeom prst="ellipse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332720" y="-457200"/>
            <a:ext cx="2286000" cy="2286000"/>
          </a:xfrm>
          <a:prstGeom prst="ellipse">
            <a:avLst/>
          </a:prstGeom>
          <a:solidFill>
            <a:srgbClr val="007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280160"/>
            <a:ext cx="2377440" cy="34747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298448"/>
            <a:ext cx="234086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D1B2A"/>
                </a:solidFill>
              </a:rPr>
              <a:t>MAJOR PROJECT — 12 CREDITS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783080"/>
            <a:ext cx="8229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FFFFFF"/>
                </a:solidFill>
              </a:rPr>
              <a:t>MCP Integrated
Terminal Assistant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88620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90E0EF"/>
                </a:solidFill>
              </a:rPr>
              <a:t>An Offline AI-Powered Terminal that Understands Plain English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434840"/>
            <a:ext cx="8229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ABBCC"/>
                </a:solidFill>
              </a:rPr>
              <a:t>Ollama  ·  Model Context Protocol  ·  Python  ·  Textual TUI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0350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ABBCC"/>
                </a:solidFill>
              </a:rPr>
              <a:t>K R Shrivathsan  |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0"/>
            <a:ext cx="12188952" cy="1371600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0"/>
            <a:ext cx="457200" cy="13716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828800"/>
            <a:ext cx="2743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0" b="1" i="0">
                <a:solidFill>
                  <a:srgbClr val="1E3A55"/>
                </a:solidFill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816352"/>
            <a:ext cx="100584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Project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2062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90E0EF"/>
                </a:solidFill>
              </a:rPr>
              <a:t>What it does, why it matters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56032"/>
            <a:ext cx="114300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Project Overview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877824"/>
            <a:ext cx="1143000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115568"/>
            <a:ext cx="91440" cy="914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051560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</a:rPr>
              <a:t>→  Offline AI terminal assistant — zero cloud dependency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609344"/>
            <a:ext cx="91440" cy="914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1545336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</a:rPr>
              <a:t>→  Natural language → structured tool invocation via MCP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103120"/>
            <a:ext cx="91440" cy="914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2039112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</a:rPr>
              <a:t>→  Local LLM: Ollama + phi3:latest (3.8B Q4_0, ~2.3 GB)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596896"/>
            <a:ext cx="91440" cy="914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2532888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</a:rPr>
              <a:t>→  4 built-in tools: FileHandler, GitTool, SystemTool, TestRunner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090672"/>
            <a:ext cx="91440" cy="914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3026664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</a:rPr>
              <a:t>→  Plugin SDK: add new tools without changing core code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584448"/>
            <a:ext cx="91440" cy="914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" y="3520440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</a:rPr>
              <a:t>→  Policy engine (.mcprc) for safety &amp; sandboxing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4078224"/>
            <a:ext cx="91440" cy="914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4014216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</a:rPr>
              <a:t>→  SHA-256 tamper-evident audit log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4572000"/>
            <a:ext cx="91440" cy="914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" y="4507992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</a:rPr>
              <a:t>→  Async Textual TUI + CLI fallback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5065776"/>
            <a:ext cx="91440" cy="914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" y="5001768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</a:rPr>
              <a:t>→  60-item evaluation dataset with 4-condition ablation study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5559552"/>
            <a:ext cx="91440" cy="914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" y="5495544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</a:rPr>
              <a:t>→  65 unit tests — pytest, 10 test modules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0"/>
            <a:ext cx="12188952" cy="1371600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0"/>
            <a:ext cx="457200" cy="13716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828800"/>
            <a:ext cx="2743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0" b="1" i="0">
                <a:solidFill>
                  <a:srgbClr val="1E3A55"/>
                </a:solidFill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816352"/>
            <a:ext cx="100584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Design Methodology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2062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90E0EF"/>
                </a:solidFill>
              </a:rPr>
              <a:t>Architecture, data flow, and design decisions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56032"/>
            <a:ext cx="114300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System Architecture — 4-Layer Design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877824"/>
            <a:ext cx="1143000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051560"/>
            <a:ext cx="11155680" cy="86868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09728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Layer 1 — TUI / Interface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0E0EF"/>
                </a:solidFill>
              </a:rPr>
              <a:t>Textual 3-column layout  ·  Live stats sidebar  ·  History panel  ·  Tool inspector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039112"/>
            <a:ext cx="11155680" cy="868680"/>
          </a:xfrm>
          <a:prstGeom prst="rect">
            <a:avLst/>
          </a:prstGeom>
          <a:solidFill>
            <a:srgbClr val="007A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084832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Layer 2 — LLM  (Ollama)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450592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0E0EF"/>
                </a:solidFill>
              </a:rPr>
              <a:t>phi3:latest  ·  Prompt builder  ·  Response parser (4 formats)  ·  Confidence gating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026664"/>
            <a:ext cx="11155680" cy="868680"/>
          </a:xfrm>
          <a:prstGeom prst="rect">
            <a:avLst/>
          </a:prstGeom>
          <a:solidFill>
            <a:srgbClr val="0055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072384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Layer 3 — MCP Dispatcher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438144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0E0EF"/>
                </a:solidFill>
              </a:rPr>
              <a:t>Schema validation  ·  Policy engine (.mcprc)  ·  Dry-run  ·  Chain execution  ·  Audit log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4014216"/>
            <a:ext cx="11155680" cy="868680"/>
          </a:xfrm>
          <a:prstGeom prst="rect">
            <a:avLst/>
          </a:prstGeom>
          <a:solidFill>
            <a:srgbClr val="003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059936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Layer 4 — Tool Implementations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425696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0E0EF"/>
                </a:solidFill>
              </a:rPr>
              <a:t>FileHandler  ·  GitTool  ·  SystemTool  ·  TestRunner  ·  Plugin SDK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0" y="1051560"/>
            <a:ext cx="2286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ABBCC"/>
                </a:solidFill>
              </a:rPr>
              <a:t>↑ User input   ↓ Results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56032"/>
            <a:ext cx="114300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Data Flow — Single Command Execution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877824"/>
            <a:ext cx="1143000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11155680" cy="65836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060704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① User Input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91840" y="1060704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0E0EF"/>
                </a:solidFill>
              </a:rPr>
              <a:t>Natural-language command entered in InputBar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700784"/>
            <a:ext cx="11155680" cy="658368"/>
          </a:xfrm>
          <a:prstGeom prst="rect">
            <a:avLst/>
          </a:prstGeom>
          <a:solidFill>
            <a:srgbClr val="009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755648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② Prompt Builder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91840" y="1755648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0E0EF"/>
                </a:solidFill>
              </a:rPr>
              <a:t>Injects tool registry + conversation history → structured prompt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395728"/>
            <a:ext cx="11155680" cy="658368"/>
          </a:xfrm>
          <a:prstGeom prst="rect">
            <a:avLst/>
          </a:prstGeom>
          <a:solidFill>
            <a:srgbClr val="007A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450592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③ Ollama LLM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91840" y="2450592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0E0EF"/>
                </a:solidFill>
              </a:rPr>
              <a:t>phi3 generates JSON: {tool, action, params, confidence}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090672"/>
            <a:ext cx="11155680" cy="658368"/>
          </a:xfrm>
          <a:prstGeom prst="rect">
            <a:avLst/>
          </a:prstGeom>
          <a:solidFill>
            <a:srgbClr val="005E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3145536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④ Response Parser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91840" y="3145536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0E0EF"/>
                </a:solidFill>
              </a:rPr>
              <a:t>Extracts MCPCall from 4 output formats; retries on ParseError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785616"/>
            <a:ext cx="11155680" cy="658368"/>
          </a:xfrm>
          <a:prstGeom prst="rect">
            <a:avLst/>
          </a:prstGeom>
          <a:solidFill>
            <a:srgbClr val="0048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384048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⑤ Policy Engine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91840" y="384048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0E0EF"/>
                </a:solidFill>
              </a:rPr>
              <a:t>Checks sandbox, tool whitelist, requires confirmation?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4480560"/>
            <a:ext cx="11155680" cy="658368"/>
          </a:xfrm>
          <a:prstGeom prst="rect">
            <a:avLst/>
          </a:prstGeom>
          <a:solidFill>
            <a:srgbClr val="00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4535424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⑥ Tool Execute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91840" y="4535424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0E0EF"/>
                </a:solidFill>
              </a:rPr>
              <a:t>FileHandler / GitTool / SystemTool / TestRunner → result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5175504"/>
            <a:ext cx="11155680" cy="658368"/>
          </a:xfrm>
          <a:prstGeom prst="rect">
            <a:avLst/>
          </a:prstGeom>
          <a:solidFill>
            <a:srgbClr val="00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5230368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⑦ Audit + Display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91840" y="5230368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0E0EF"/>
                </a:solidFill>
              </a:rPr>
              <a:t>SHA-256 chain entry written; result shown in History + Inspector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0"/>
            <a:ext cx="12188952" cy="1371600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0"/>
            <a:ext cx="457200" cy="13716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828800"/>
            <a:ext cx="2743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0" b="1" i="0">
                <a:solidFill>
                  <a:srgbClr val="1E3A55"/>
                </a:solidFill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816352"/>
            <a:ext cx="100584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Algorithms &amp; Implementation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2062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90E0EF"/>
                </a:solidFill>
              </a:rPr>
              <a:t>LLM parsing, policy dispatch, audit chain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396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56032"/>
            <a:ext cx="114300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Algorithm — LLM Response Parsing (Multi-Format)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877824"/>
            <a:ext cx="11430000" cy="36576"/>
          </a:xfrm>
          <a:prstGeom prst="rect">
            <a:avLst/>
          </a:prstGeom>
          <a:solidFill>
            <a:srgbClr val="F396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11155680" cy="5029200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143000"/>
            <a:ext cx="10698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39614"/>
                </a:solidFill>
              </a:rPr>
              <a:t>parse_response(raw_text):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581912"/>
            <a:ext cx="10698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0E0EF"/>
                </a:solidFill>
              </a:rPr>
              <a:t>   attempt = 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020824"/>
            <a:ext cx="10698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0E0EF"/>
                </a:solidFill>
              </a:rPr>
              <a:t>   while attempt ≤ MAX_PARSE_RETRIES (2):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459736"/>
            <a:ext cx="10698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0E0EF"/>
                </a:solidFill>
              </a:rPr>
              <a:t>      1. Try direct json.loads(raw_text)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898648"/>
            <a:ext cx="10698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0E0EF"/>
                </a:solidFill>
              </a:rPr>
              <a:t>      2. Try regex extract ```json ... ``` block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337560"/>
            <a:ext cx="10698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0E0EF"/>
                </a:solidFill>
              </a:rPr>
              <a:t>      3. Try regex extract first { ... } in prose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776472"/>
            <a:ext cx="10698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0E0EF"/>
                </a:solidFill>
              </a:rPr>
              <a:t>      4. Try chain format: steps[{tool, action}, ...]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4215384"/>
            <a:ext cx="10698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0E0EF"/>
                </a:solidFill>
              </a:rPr>
              <a:t>      → if any succeeds: validate keys, clamp conf ∈ [0,1]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4654296"/>
            <a:ext cx="10698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0E0EF"/>
                </a:solidFill>
              </a:rPr>
              <a:t>      → if all fail: raise ParseError, retry with JSON reminder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5093208"/>
            <a:ext cx="10698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0E0EF"/>
                </a:solidFill>
              </a:rPr>
              <a:t>   return MCPCall | MCPChain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263640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AABBCC"/>
                </a:solidFill>
              </a:rPr>
              <a:t>Confidence threshold &lt; 0.5  →  ask user to clarify before dispatching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56032"/>
            <a:ext cx="114300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Algorithm — Policy Enforcement &amp; Dispatch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877824"/>
            <a:ext cx="11430000" cy="36576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11155680" cy="621792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042416"/>
            <a:ext cx="6858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Step 1:  Check tool exists in registry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0" y="1042416"/>
            <a:ext cx="38404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2ECC71"/>
                </a:solidFill>
              </a:rPr>
              <a:t>→ ToolNotFoundError if missing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664208"/>
            <a:ext cx="11155680" cy="621792"/>
          </a:xfrm>
          <a:prstGeom prst="rect">
            <a:avLst/>
          </a:prstGeom>
          <a:solidFill>
            <a:srgbClr val="1A3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700784"/>
            <a:ext cx="6858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Step 2:  Check tool in allowed_tools (policy)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0" y="1700784"/>
            <a:ext cx="38404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2ECC71"/>
                </a:solidFill>
              </a:rPr>
              <a:t>→ PolicyViolationError if blocked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322576"/>
            <a:ext cx="11155680" cy="621792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359152"/>
            <a:ext cx="6858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Step 3:  Validate required params present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89520" y="2359152"/>
            <a:ext cx="38404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2ECC71"/>
                </a:solidFill>
              </a:rPr>
              <a:t>→ ValidationError if incomplete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980944"/>
            <a:ext cx="11155680" cy="621792"/>
          </a:xfrm>
          <a:prstGeom prst="rect">
            <a:avLst/>
          </a:prstGeom>
          <a:solidFill>
            <a:srgbClr val="1A3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3017520"/>
            <a:ext cx="6858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Step 4:  Dry-run mode OR requires_confirmation?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89520" y="3017520"/>
            <a:ext cx="38404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2ECC71"/>
                </a:solidFill>
              </a:rPr>
              <a:t>→ Show preview, await user y/n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639312"/>
            <a:ext cx="11155680" cy="621792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3675888"/>
            <a:ext cx="6858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Step 5:  Execute tool.execute(call)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89520" y="3675888"/>
            <a:ext cx="38404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2ECC71"/>
                </a:solidFill>
              </a:rPr>
              <a:t>→ MCPResult(success, output, data, duration_ms)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4297680"/>
            <a:ext cx="11155680" cy="621792"/>
          </a:xfrm>
          <a:prstGeom prst="rect">
            <a:avLst/>
          </a:prstGeom>
          <a:solidFill>
            <a:srgbClr val="1A3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4334256"/>
            <a:ext cx="6858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Step 6:  Write audit log entry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89520" y="4334256"/>
            <a:ext cx="38404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2ECC71"/>
                </a:solidFill>
              </a:rPr>
              <a:t>→ JSONL with SHA-256 hash chain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4956048"/>
            <a:ext cx="11155680" cy="621792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4992624"/>
            <a:ext cx="6858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Step 7:  Return MCPResult to dispatcher / TUI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89520" y="4992624"/>
            <a:ext cx="38404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2ECC71"/>
                </a:solidFill>
              </a:rPr>
              <a:t>→ Display in history + inspector panels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56032"/>
            <a:ext cx="114300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Algorithm — Tamper-Evident Audit Log (SHA-256 Chain)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877824"/>
            <a:ext cx="1143000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11155680" cy="5212080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115568"/>
            <a:ext cx="10698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4D8"/>
                </a:solidFill>
              </a:rPr>
              <a:t>on_tool_execute(call, result):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444752"/>
            <a:ext cx="10698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0E0EF"/>
                </a:solidFill>
              </a:rPr>
              <a:t>   entry = {seq, session_id, ts, user, hostname,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773936"/>
            <a:ext cx="10698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0E0EF"/>
                </a:solidFill>
              </a:rPr>
              <a:t>            call, result, prev_hash}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103120"/>
            <a:ext cx="10698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0E0EF"/>
                </a:solidFill>
              </a:rPr>
              <a:t>   entry_hash = SHA256(json.dumps(entry))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432304"/>
            <a:ext cx="10698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0E0EF"/>
                </a:solidFill>
              </a:rPr>
              <a:t>   append entry + entry_hash → audit_YYYY-MM-DD.jsonl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761488"/>
            <a:ext cx="10698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0E0EF"/>
                </a:solidFill>
              </a:rPr>
              <a:t>   prev_hash = entry_hash      # chain for next entry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090672"/>
            <a:ext cx="10698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0E0EF"/>
                </a:solidFill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419856"/>
            <a:ext cx="10698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4D8"/>
                </a:solidFill>
              </a:rPr>
              <a:t>verify_chain(log_file):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3749040"/>
            <a:ext cx="10698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0E0EF"/>
                </a:solidFill>
              </a:rPr>
              <a:t>   prev = '0' * 64            # genesis hash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4078224"/>
            <a:ext cx="10698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4D8"/>
                </a:solidFill>
              </a:rPr>
              <a:t>   for entry in read_jsonl(log_file):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4407408"/>
            <a:ext cx="10698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0E0EF"/>
                </a:solidFill>
              </a:rPr>
              <a:t>      stored_hash = entry.pop('entry_hash')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4736592"/>
            <a:ext cx="10698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0E0EF"/>
                </a:solidFill>
              </a:rPr>
              <a:t>      computed    = SHA256(json.dumps(entry))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5065776"/>
            <a:ext cx="10698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0E0EF"/>
                </a:solidFill>
              </a:rPr>
              <a:t>      assert computed == stored_hash,  'TAMPERED'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394960"/>
            <a:ext cx="10698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0E0EF"/>
                </a:solidFill>
              </a:rPr>
              <a:t>      assert entry['prev_hash'] == prev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5724144"/>
            <a:ext cx="10698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0E0EF"/>
                </a:solidFill>
              </a:rPr>
              <a:t>      prev = stored_hash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6053328"/>
            <a:ext cx="10698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0E0EF"/>
                </a:solidFill>
              </a:rPr>
              <a:t>   return VERIFIED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400800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AABBCC"/>
                </a:solidFill>
              </a:rPr>
              <a:t>Triggered via !verify command or CLI: venv/bin/python -m mcp_assistant.audit.logger &lt;logfile&gt;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0"/>
            <a:ext cx="12188952" cy="1371600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0"/>
            <a:ext cx="457200" cy="13716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828800"/>
            <a:ext cx="2743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0" b="1" i="0">
                <a:solidFill>
                  <a:srgbClr val="1E3A55"/>
                </a:solidFill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816352"/>
            <a:ext cx="100584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Tool Implementations &amp; Plugin SDK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2062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90E0EF"/>
                </a:solidFill>
              </a:rPr>
              <a:t>MCP tool layer and extensibility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56032"/>
            <a:ext cx="114300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Tool Implementations — MCP Layer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877824"/>
            <a:ext cx="1143000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11155680" cy="859536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005840"/>
            <a:ext cx="164592" cy="85953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051560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B4D8"/>
                </a:solidFill>
              </a:rPr>
              <a:t>FileHandler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97480" y="1051560"/>
            <a:ext cx="8686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0E0EF"/>
                </a:solidFill>
              </a:rPr>
              <a:t>read · write · list · search · delete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444752"/>
            <a:ext cx="10607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BBCC"/>
                </a:solidFill>
              </a:rPr>
              <a:t>Sandboxed to project root  ·  10 MB guard  ·  Destructive ops need confirmation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938528"/>
            <a:ext cx="11155680" cy="859536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938528"/>
            <a:ext cx="164592" cy="859536"/>
          </a:xfrm>
          <a:prstGeom prst="rect">
            <a:avLst/>
          </a:prstGeom>
          <a:solidFill>
            <a:srgbClr val="007A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1984248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7AA0"/>
                </a:solidFill>
              </a:rPr>
              <a:t>GitTool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97480" y="1984248"/>
            <a:ext cx="8686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0E0EF"/>
                </a:solidFill>
              </a:rPr>
              <a:t>status · diff · log · add · commit · branch_list · branch_switch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2377440"/>
            <a:ext cx="10607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BBCC"/>
                </a:solidFill>
              </a:rPr>
              <a:t>subprocess(git ...)  ·  dry_run shows staged diff before commit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871216"/>
            <a:ext cx="11155680" cy="859536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2871216"/>
            <a:ext cx="164592" cy="859536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2916936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ECC71"/>
                </a:solidFill>
              </a:rPr>
              <a:t>SystemTool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97480" y="2916936"/>
            <a:ext cx="8686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0E0EF"/>
                </a:solidFill>
              </a:rPr>
              <a:t>cpu_stats · ram_stats · disk_stats · list_processes · kill_process · env_info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3310128"/>
            <a:ext cx="10607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BBCC"/>
                </a:solidFill>
              </a:rPr>
              <a:t>psutil-based live metrics  ·  kill_process always requires confirmation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3803904"/>
            <a:ext cx="11155680" cy="859536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200" y="3803904"/>
            <a:ext cx="164592" cy="859536"/>
          </a:xfrm>
          <a:prstGeom prst="rect">
            <a:avLst/>
          </a:prstGeom>
          <a:solidFill>
            <a:srgbClr val="F396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3849624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39614"/>
                </a:solidFill>
              </a:rPr>
              <a:t>TestRunner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97480" y="3849624"/>
            <a:ext cx="8686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0E0EF"/>
                </a:solidFill>
              </a:rPr>
              <a:t>detect · run · run_file · explain_failures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4242816"/>
            <a:ext cx="10607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BBCC"/>
                </a:solidFill>
              </a:rPr>
              <a:t>Auto-detects pytest / Jest  ·  LLM-powered failure explanation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4736592"/>
            <a:ext cx="11155680" cy="859536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57200" y="4736592"/>
            <a:ext cx="164592" cy="859536"/>
          </a:xfrm>
          <a:prstGeom prst="rect">
            <a:avLst/>
          </a:prstGeom>
          <a:solidFill>
            <a:srgbClr val="99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" y="4782312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9966FF"/>
                </a:solidFill>
              </a:rPr>
              <a:t>TimeTool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4782312"/>
            <a:ext cx="8686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0E0EF"/>
                </a:solidFill>
              </a:rPr>
              <a:t>current_time · utc_time · unix_timestamp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5175504"/>
            <a:ext cx="10607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BBCC"/>
                </a:solidFill>
              </a:rPr>
              <a:t>Plugin SDK demo  ·  Loaded dynamically from plugins/ without core changes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56032"/>
            <a:ext cx="114300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Plugin SDK — Extensibility Without Core Changes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877824"/>
            <a:ext cx="1143000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024128"/>
            <a:ext cx="7132320" cy="5029200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161288"/>
            <a:ext cx="67665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39614"/>
                </a:solidFill>
              </a:rPr>
              <a:t># plugins/my_tool.py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490472"/>
            <a:ext cx="67665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from mcp_assistant.mcp.base import MCPTool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819656"/>
            <a:ext cx="67665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from mcp_assistant.mcp.schema import MCPCall, MCPResult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2148840"/>
            <a:ext cx="67665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2478024"/>
            <a:ext cx="67665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90E0EF"/>
                </a:solidFill>
              </a:rPr>
              <a:t>class MyTool(MCPTool):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2807208"/>
            <a:ext cx="67665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    TOOL_NAME           = 'MyTool'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3136392"/>
            <a:ext cx="67665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    TOOL_DESCRIPTION    = 'Does something useful'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3465576"/>
            <a:ext cx="67665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    SUPPORTED_ACTIONS   = ['do_thing']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3794760"/>
            <a:ext cx="67665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    DESTRUCTIVE_ACTIONS = []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4123944"/>
            <a:ext cx="67665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4453128"/>
            <a:ext cx="67665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90E0EF"/>
                </a:solidFill>
              </a:rPr>
              <a:t>    def execute(self, call: MCPCall) -&gt; MCPResult: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4782312"/>
            <a:ext cx="67665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        if call.action == 'do_thing':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5111496"/>
            <a:ext cx="67665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            return self._ok(call, 'Done!', {})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5440680"/>
            <a:ext cx="67665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        return self._err(call, f'Unknown action: {call.action}')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863840" y="1024128"/>
            <a:ext cx="4206240" cy="5029200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46720" y="1115568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90E0EF"/>
                </a:solidFill>
              </a:rPr>
              <a:t>How It Works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46720" y="1572768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→ Drop file in plugins/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6720" y="1956816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→ ToolRegistry.discover_plugins()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46720" y="2340864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→ importlib loads &amp; inspects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46720" y="2724912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→ MCPTool subclasses registered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46720" y="3108960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→ LLM prompt updated automatically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46720" y="3493008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→ Policy rules apply equally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46720" y="3877056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ABBCC"/>
                </a:solidFill>
              </a:rPr>
              <a:t> 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46720" y="4261104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ECC71"/>
                </a:solidFill>
              </a:rPr>
              <a:t>→ No core file edits needed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46720" y="4645152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ECC71"/>
                </a:solidFill>
              </a:rPr>
              <a:t>→ Zero downtime — restart only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0"/>
            <a:ext cx="12188952" cy="1371600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0"/>
            <a:ext cx="457200" cy="13716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828800"/>
            <a:ext cx="2743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0" b="1" i="0">
                <a:solidFill>
                  <a:srgbClr val="1E3A55"/>
                </a:solidFill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816352"/>
            <a:ext cx="100584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TUI, Safety &amp; Evaluation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2062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90E0EF"/>
                </a:solidFill>
              </a:rPr>
              <a:t>User interface, security, and benchmarking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56032"/>
            <a:ext cx="114300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Textual TUI — 3-Column Async Interface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877824"/>
            <a:ext cx="1143000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11155680" cy="3291840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078992"/>
            <a:ext cx="108813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0E0EF"/>
                </a:solidFill>
              </a:rPr>
              <a:t>┌─────────────────┬─────────────────────────────────┬──────────────────────┐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389888"/>
            <a:ext cx="108813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0E0EF"/>
                </a:solidFill>
              </a:rPr>
              <a:t>│  System Stats   │         Conversation             │   Tool Inspector     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00784"/>
            <a:ext cx="108813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0E0EF"/>
                </a:solidFill>
              </a:rPr>
              <a:t>│  CPU: ████░░  │  You: show git status             │  SUCCESS  [8ms]      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11680"/>
            <a:ext cx="108813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0E0EF"/>
                </a:solidFill>
              </a:rPr>
              <a:t>│  49.3%          │  → GitTool.status (conf 1.00)   │  CALL                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322576"/>
            <a:ext cx="108813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0E0EF"/>
                </a:solidFill>
              </a:rPr>
              <a:t>│  RAM: ███░░░  │  ✓ On branch main …               │    tool: GitTool     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633472"/>
            <a:ext cx="108813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0E0EF"/>
                </a:solidFill>
              </a:rPr>
              <a:t>│  DISK: ████   │                                   │    action: status    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944368"/>
            <a:ext cx="108813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0E0EF"/>
                </a:solidFill>
              </a:rPr>
              <a:t>│  89.2 / 100 GB  │                                   │    conf:  1.00       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3255264"/>
            <a:ext cx="108813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0E0EF"/>
                </a:solidFill>
              </a:rPr>
              <a:t>│  UPTIME: 2h 14m ├─────────────────────────────────│  OUTPUT              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3566160"/>
            <a:ext cx="108813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0E0EF"/>
                </a:solidFill>
              </a:rPr>
              <a:t>│  PROCS: 312     │  [MCP] &gt; Type your command…      │    On branch main…   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3877056"/>
            <a:ext cx="108813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0E0EF"/>
                </a:solidFill>
              </a:rPr>
              <a:t>└─────────────────┴─────────────────────────────────┴──────────────────────┘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4572000"/>
            <a:ext cx="3291840" cy="1920240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4645152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90E0EF"/>
                </a:solidFill>
              </a:rPr>
              <a:t>Left Panel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5074920"/>
            <a:ext cx="3017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Live CPU/RAM/Disk stats.
Refreshes every 2 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14800" y="4572000"/>
            <a:ext cx="3291840" cy="1920240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51960" y="4645152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90E0EF"/>
                </a:solidFill>
              </a:rPr>
              <a:t>Center Panel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51960" y="5074920"/>
            <a:ext cx="3017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Conversation history +
input bar ([MCP]/[DRY]).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0" y="4572000"/>
            <a:ext cx="3291840" cy="1920240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909560" y="4645152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90E0EF"/>
                </a:solidFill>
              </a:rPr>
              <a:t>Right Panel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09560" y="5074920"/>
            <a:ext cx="3017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Full tool call detail:
params, output, timing.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56032"/>
            <a:ext cx="114300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Safety &amp; Security Design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877824"/>
            <a:ext cx="1143000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181344" y="1005840"/>
            <a:ext cx="27432" cy="5669280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05156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90E0EF"/>
                </a:solidFill>
              </a:rPr>
              <a:t>Always Blocked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581912"/>
            <a:ext cx="91440" cy="914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508760"/>
            <a:ext cx="53949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🔒  Paths outside project root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057400"/>
            <a:ext cx="91440" cy="914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984248"/>
            <a:ext cx="53949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🔒  .env, .pem, .key, id_rsa files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532888"/>
            <a:ext cx="91440" cy="914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459736"/>
            <a:ext cx="53949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🔒  Files &gt; 10 MB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008376"/>
            <a:ext cx="91440" cy="914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935224"/>
            <a:ext cx="53949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🔒  SSH directories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483864"/>
            <a:ext cx="91440" cy="914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3410712"/>
            <a:ext cx="53949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🔒  Disabled tools (policy)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105156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90E0EF"/>
                </a:solidFill>
              </a:rPr>
              <a:t>Requires Confirmation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9360" y="1581912"/>
            <a:ext cx="91440" cy="914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1508760"/>
            <a:ext cx="53949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⚠  Write to any file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09360" y="2057400"/>
            <a:ext cx="91440" cy="914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92240" y="1984248"/>
            <a:ext cx="53949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⚠  Delete any file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09360" y="2532888"/>
            <a:ext cx="91440" cy="914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0" y="2459736"/>
            <a:ext cx="53949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⚠  Git commit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09360" y="3008376"/>
            <a:ext cx="91440" cy="914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92240" y="2935224"/>
            <a:ext cx="53949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⚠  Kill process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09360" y="3483864"/>
            <a:ext cx="91440" cy="914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92240" y="3410712"/>
            <a:ext cx="53949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⚠  Any action in dry-run mode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56032"/>
            <a:ext cx="114300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Evaluation Methodology — Ablation Study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877824"/>
            <a:ext cx="1143000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5303520" cy="1920240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051560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90E0EF"/>
                </a:solidFill>
              </a:rPr>
              <a:t>Dataset  —  60 Items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46304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• 15 File operations  (easy / medium / hard)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792224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• 15 Git operations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121408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• 15 System monitoring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450592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• 10 Test runner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779776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• 5  Multi-step chains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26480" y="1005840"/>
            <a:ext cx="5577840" cy="1920240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9360" y="105156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90E0EF"/>
                </a:solidFill>
              </a:rPr>
              <a:t>Metrics  &amp;  Targets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146304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• Tool Accuracy     &gt; 85%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1792224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• Action Accuracy   &gt; 75%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2121408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• Parse Failures    &lt; 10%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2450592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• Hallucination     &lt; 5%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2779776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• Mean Latency      &lt; 3 000 ms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3108960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90E0EF"/>
                </a:solidFill>
              </a:rPr>
              <a:t>4 Ablation Conditions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3566160"/>
            <a:ext cx="11155680" cy="512064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3639312"/>
            <a:ext cx="3657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39614"/>
                </a:solidFill>
              </a:rPr>
              <a:t>no_context  |  no_conf_gate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80560" y="3639312"/>
            <a:ext cx="6949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Baseline: no history, no threshold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4114800"/>
            <a:ext cx="11155680" cy="512064"/>
          </a:xfrm>
          <a:prstGeom prst="rect">
            <a:avLst/>
          </a:prstGeom>
          <a:solidFill>
            <a:srgbClr val="1A3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4187952"/>
            <a:ext cx="3657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39614"/>
                </a:solidFill>
              </a:rPr>
              <a:t>ctx=5       |  no_conf_gate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80560" y="4187952"/>
            <a:ext cx="6949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5-turn rolling context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4663440"/>
            <a:ext cx="11155680" cy="512064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4736592"/>
            <a:ext cx="3657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39614"/>
                </a:solidFill>
              </a:rPr>
              <a:t>ctx=10      |  no_conf_gate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80560" y="4736592"/>
            <a:ext cx="6949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10-turn context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5212080"/>
            <a:ext cx="11155680" cy="512064"/>
          </a:xfrm>
          <a:prstGeom prst="rect">
            <a:avLst/>
          </a:prstGeom>
          <a:solidFill>
            <a:srgbClr val="1A3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5285232"/>
            <a:ext cx="3657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39614"/>
                </a:solidFill>
              </a:rPr>
              <a:t>ctx=10      |  conf ≥ 0.5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80560" y="5285232"/>
            <a:ext cx="6949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10-turn + confidence gating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0"/>
            <a:ext cx="12188952" cy="1371600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0"/>
            <a:ext cx="457200" cy="13716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828800"/>
            <a:ext cx="2743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0" b="1" i="0">
                <a:solidFill>
                  <a:srgbClr val="1E3A55"/>
                </a:solidFill>
              </a:rP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816352"/>
            <a:ext cx="100584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Conclusion &amp; Achievements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64592" y="0"/>
            <a:ext cx="12188952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Key Achievements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05840"/>
            <a:ext cx="1106424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197864"/>
            <a:ext cx="109728" cy="109728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143000"/>
            <a:ext cx="10515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65 unit tests — all passing across 10 test modules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691640"/>
            <a:ext cx="109728" cy="109728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636776"/>
            <a:ext cx="10515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60-item evaluation dataset with ablation study (4 conditions)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185416"/>
            <a:ext cx="109728" cy="109728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130552"/>
            <a:ext cx="10515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Tamper-evident audit log with SHA-256 hash chaining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679192"/>
            <a:ext cx="109728" cy="109728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2624328"/>
            <a:ext cx="10515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Plugin SDK — add new tools without touching core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172968"/>
            <a:ext cx="109728" cy="109728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3118104"/>
            <a:ext cx="10515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Policy engine — TOML-configurable, sandboxed, auditable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3666744"/>
            <a:ext cx="109728" cy="109728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3611880"/>
            <a:ext cx="10515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Fully offline — Ollama local LLM, no data leaves machine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4160520"/>
            <a:ext cx="109728" cy="109728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4105656"/>
            <a:ext cx="10515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Async Textual TUI with live system stats sidebar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4892040"/>
            <a:ext cx="11064240" cy="822960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4983480"/>
            <a:ext cx="106984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1">
                <a:solidFill>
                  <a:srgbClr val="90E0EF"/>
                </a:solidFill>
              </a:rPr>
              <a:t>"Offline, structured, safe — plain English → real terminal actions"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03504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AABBCC"/>
                </a:solidFill>
              </a:rPr>
              <a:t>K R Shrivathsan  |  12-Credit Major Project  | 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